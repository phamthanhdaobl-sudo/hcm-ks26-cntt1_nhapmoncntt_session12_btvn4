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5BAA"/>
                </a:solidFill>
              </a:defRPr>
            </a:pPr>
            <a:r>
              <a:t>Clinic-Cloud bảo mật dữ liệu bệnh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Phân quyền người dùng</a:t>
            </a:r>
          </a:p>
          <a:p>
            <a:pPr>
              <a:defRPr sz="2000"/>
            </a:pPr>
            <a:r>
              <a:t>• Mã hóa dữ liệu</a:t>
            </a:r>
          </a:p>
          <a:p>
            <a:pPr>
              <a:defRPr sz="2000"/>
            </a:pPr>
            <a:r>
              <a:t>• Sao lưu tự động</a:t>
            </a:r>
          </a:p>
          <a:p>
            <a:pPr>
              <a:defRPr sz="2000"/>
            </a:pPr>
            <a:r>
              <a:t>• Audit 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5BAA"/>
                </a:solidFill>
              </a:defRPr>
            </a:pPr>
            <a:r>
              <a:t>Database Mindset giúp AutoFilter hoạt động liên tục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Không xóa dòng chỉ vì ô trống</a:t>
            </a:r>
          </a:p>
          <a:p>
            <a:pPr>
              <a:defRPr sz="2000"/>
            </a:pPr>
            <a:r>
              <a:t>• Điền giá trị chuẩn hoặc để trống trong ô</a:t>
            </a:r>
          </a:p>
          <a:p>
            <a:pPr>
              <a:defRPr sz="2000"/>
            </a:pPr>
            <a:r>
              <a:t>• Không chèn dòng trống giữa dữ liệu</a:t>
            </a:r>
          </a:p>
          <a:p>
            <a:pPr>
              <a:defRPr sz="2000"/>
            </a:pPr>
            <a:r>
              <a:t>• Dùng AutoFilter trên toàn bảng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5BAA"/>
                </a:solidFill>
              </a:defRPr>
            </a:pPr>
            <a:r>
              <a:t>Ctrl + Shift + N khôi phục đoạn văn về Normal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Đặt con trỏ vào đoạn bị gán Heading</a:t>
            </a:r>
          </a:p>
          <a:p>
            <a:pPr>
              <a:defRPr sz="2000"/>
            </a:pPr>
            <a:r>
              <a:t>• Nhấn Ctrl + Shift + N</a:t>
            </a:r>
          </a:p>
          <a:p>
            <a:pPr>
              <a:defRPr sz="2000"/>
            </a:pPr>
            <a:r>
              <a:t>• Kiểm tra lại trong Styles</a:t>
            </a:r>
          </a:p>
          <a:p>
            <a:pPr>
              <a:defRPr sz="2000"/>
            </a:pPr>
            <a:r>
              <a:t>• Tiếp tục áp dụng Heading đúng chỗ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
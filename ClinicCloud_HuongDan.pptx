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Bảo mật là yêu cầu quan trọng nhất của bệnh án điện tử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9601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Mã hóa dữ liệu</a:t>
            </a:r>
          </a:p>
          <a:p>
            <a:pPr>
              <a:defRPr sz="2000"/>
            </a:pPr>
            <a:r>
              <a:t>• 2FA</a:t>
            </a:r>
          </a:p>
          <a:p>
            <a:pPr>
              <a:defRPr sz="2000"/>
            </a:pPr>
            <a:r>
              <a:t>• Phân quyền</a:t>
            </a:r>
          </a:p>
          <a:p>
            <a:pPr>
              <a:defRPr sz="2000"/>
            </a:pPr>
            <a:r>
              <a:t>• Sao lưu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Database Mindset giúp quản lý 1000 hồ sơ ổn định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9601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1 bệnh nhân/1 dòng</a:t>
            </a:r>
          </a:p>
          <a:p>
            <a:pPr>
              <a:defRPr sz="2000"/>
            </a:pPr>
            <a:r>
              <a:t>• 1 trường/1 cột</a:t>
            </a:r>
          </a:p>
          <a:p>
            <a:pPr>
              <a:defRPr sz="2000"/>
            </a:pPr>
            <a:r>
              <a:t>• Không gộp ô</a:t>
            </a:r>
          </a:p>
          <a:p>
            <a:pPr>
              <a:defRPr sz="2000"/>
            </a:pPr>
            <a:r>
              <a:t>• AutoFilter toàn bảng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AutoFilter không bị ngắt khi giữ bảng liền mạch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9601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Không chèn dòng trống</a:t>
            </a:r>
          </a:p>
          <a:p>
            <a:pPr>
              <a:defRPr sz="2000"/>
            </a:pPr>
            <a:r>
              <a:t>• Ô thiếu dữ liệu để trống trong cùng bảng</a:t>
            </a:r>
          </a:p>
          <a:p>
            <a:pPr>
              <a:defRPr sz="2000"/>
            </a:pPr>
            <a:r>
              <a:t>• Dùng Ctrl+T</a:t>
            </a:r>
          </a:p>
          <a:p>
            <a:pPr>
              <a:defRPr sz="2000"/>
            </a:pPr>
            <a:r>
              <a:t>• Không gộp 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Ctrl + Shift + N khôi phục đoạn văn về Normal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96012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Chọn đoạn văn</a:t>
            </a:r>
          </a:p>
          <a:p>
            <a:pPr>
              <a:defRPr sz="2000"/>
            </a:pPr>
            <a:r>
              <a:t>• Nhấn Ctrl+Shift+N</a:t>
            </a:r>
          </a:p>
          <a:p>
            <a:pPr>
              <a:defRPr sz="2000"/>
            </a:pPr>
            <a:r>
              <a:t>• Kiểm tra Heading</a:t>
            </a:r>
          </a:p>
          <a:p>
            <a:pPr>
              <a:defRPr sz="2000"/>
            </a:pPr>
            <a:r>
              <a:t>• Lưu tài liệu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